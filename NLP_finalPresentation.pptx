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handoutMasterIdLst>
    <p:handoutMasterId r:id="rId11"/>
  </p:handoutMasterIdLst>
  <p:sldIdLst>
    <p:sldId id="266" r:id="rId2"/>
    <p:sldId id="267" r:id="rId3"/>
    <p:sldId id="281" r:id="rId4"/>
    <p:sldId id="277" r:id="rId5"/>
    <p:sldId id="278" r:id="rId6"/>
    <p:sldId id="279" r:id="rId7"/>
    <p:sldId id="280" r:id="rId8"/>
    <p:sldId id="276" r:id="rId9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F32047E5-66FF-4ED5-B921-DC1BEB7A9EB5}">
          <p14:sldIdLst>
            <p14:sldId id="266"/>
            <p14:sldId id="267"/>
            <p14:sldId id="281"/>
            <p14:sldId id="277"/>
            <p14:sldId id="278"/>
            <p14:sldId id="279"/>
            <p14:sldId id="280"/>
            <p14:sldId id="27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13" autoAdjust="0"/>
    <p:restoredTop sz="94660" autoAdjust="0"/>
  </p:normalViewPr>
  <p:slideViewPr>
    <p:cSldViewPr snapToGrid="0">
      <p:cViewPr varScale="1">
        <p:scale>
          <a:sx n="116" d="100"/>
          <a:sy n="116" d="100"/>
        </p:scale>
        <p:origin x="440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4056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BC7C8E-6930-4EC6-0349-F4E1AD7318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94F36B-F8D4-20C2-0AA4-0A980DEEAE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F42606-CFC7-4350-BF7D-F79705CBB3DF}" type="datetimeFigureOut">
              <a:rPr lang="el-GR" smtClean="0"/>
              <a:t>14/1/26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D241F7-77E7-FBF1-D3F6-31151152B87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E5B911-6782-34D2-79C2-1971B69248C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228F3-D31F-40E4-8BF6-6669F66BD45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0688140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7D7115-7C26-4374-AB2C-A3EA9DC26E87}" type="datetimeFigureOut">
              <a:rPr lang="el-GR" smtClean="0"/>
              <a:t>14/1/26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BA513B-9453-4206-8508-2E27295AE2E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311942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065021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30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306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5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24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487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547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56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541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7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75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MSc Artificial Intelligence &amp; Deep Learning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6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C46CC-3AA4-EEFD-DB8B-FE08BAA0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5440680"/>
          </a:xfrm>
        </p:spPr>
        <p:txBody>
          <a:bodyPr>
            <a:normAutofit/>
          </a:bodyPr>
          <a:lstStyle/>
          <a:p>
            <a:pPr algn="ctr"/>
            <a:b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6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Brain Cancer MRI classification</a:t>
            </a:r>
            <a:br>
              <a:rPr lang="en-US" sz="36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36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4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Thodoris Charos mscaidl-0077</a:t>
            </a: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4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AIDL_A_02 - </a:t>
            </a:r>
            <a:r>
              <a:rPr lang="en-US" sz="24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Networks and Deep Learning</a:t>
            </a:r>
            <a:br>
              <a:rPr lang="en-US" b="1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b="1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l-GR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1450AE-0E04-6DA8-5227-9D12689CD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CE9477-A47C-DB30-9ECE-BA448078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09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947450"/>
            <a:ext cx="95363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effectLst/>
                <a:latin typeface="Helvetica" pitchFamily="2" charset="0"/>
              </a:rPr>
              <a:t>1. Train LSTM with custom and glove </a:t>
            </a:r>
            <a:r>
              <a:rPr lang="en-GB" sz="2000" dirty="0" err="1">
                <a:effectLst/>
                <a:latin typeface="Helvetica" pitchFamily="2" charset="0"/>
              </a:rPr>
              <a:t>embs</a:t>
            </a:r>
            <a:r>
              <a:rPr lang="en-GB" sz="2000" dirty="0">
                <a:effectLst/>
                <a:latin typeface="Helvetica" pitchFamily="2" charset="0"/>
              </a:rPr>
              <a:t> on a Toxicity detection dataset (binary)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C4994B-0631-12B5-3828-C9D26D9DC042}"/>
              </a:ext>
            </a:extLst>
          </p:cNvPr>
          <p:cNvSpPr txBox="1"/>
          <p:nvPr/>
        </p:nvSpPr>
        <p:spPr>
          <a:xfrm>
            <a:off x="521208" y="1597446"/>
            <a:ext cx="67698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--- Binary Classification: LSTM (Custom Embeddings) 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--- F1-Score: 0.8262</a:t>
            </a:r>
            <a:endParaRPr lang="en-GR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28E1D07-7DDD-78D3-2873-C21366DC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208" y="2390660"/>
            <a:ext cx="3910840" cy="3574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8184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947450"/>
            <a:ext cx="95363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effectLst/>
                <a:latin typeface="Helvetica" pitchFamily="2" charset="0"/>
              </a:rPr>
              <a:t>1. Train LSTM with custom and glove </a:t>
            </a:r>
            <a:r>
              <a:rPr lang="en-GB" sz="2000" dirty="0" err="1">
                <a:effectLst/>
                <a:latin typeface="Helvetica" pitchFamily="2" charset="0"/>
              </a:rPr>
              <a:t>embs</a:t>
            </a:r>
            <a:r>
              <a:rPr lang="en-GB" sz="2000" dirty="0">
                <a:effectLst/>
                <a:latin typeface="Helvetica" pitchFamily="2" charset="0"/>
              </a:rPr>
              <a:t> on a Toxicity detection dataset (binary)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C4994B-0631-12B5-3828-C9D26D9DC042}"/>
              </a:ext>
            </a:extLst>
          </p:cNvPr>
          <p:cNvSpPr txBox="1"/>
          <p:nvPr/>
        </p:nvSpPr>
        <p:spPr>
          <a:xfrm>
            <a:off x="521208" y="1597446"/>
            <a:ext cx="66431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--- Binary Classification: LSTM (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GloVe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Embeddings) 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--- F1-Score: 0.8168</a:t>
            </a:r>
            <a:endParaRPr lang="en-GR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EA022C1-24A8-9108-F2CB-19E0168D3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879" y="2423712"/>
            <a:ext cx="3940375" cy="360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6071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B5625-9C94-561E-0D6A-590AAA6B3495}"/>
              </a:ext>
            </a:extLst>
          </p:cNvPr>
          <p:cNvSpPr txBox="1"/>
          <p:nvPr/>
        </p:nvSpPr>
        <p:spPr>
          <a:xfrm>
            <a:off x="521208" y="955467"/>
            <a:ext cx="104912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dirty="0"/>
              <a:t>2. </a:t>
            </a:r>
            <a:r>
              <a:rPr lang="en-GB" sz="2000" dirty="0">
                <a:effectLst/>
                <a:latin typeface="Helvetica" pitchFamily="2" charset="0"/>
              </a:rPr>
              <a:t>Train </a:t>
            </a:r>
            <a:r>
              <a:rPr lang="en-GB" sz="2000" b="1" dirty="0">
                <a:effectLst/>
                <a:latin typeface="Helvetica" pitchFamily="2" charset="0"/>
              </a:rPr>
              <a:t>2 </a:t>
            </a:r>
            <a:r>
              <a:rPr lang="en-GB" sz="2000" dirty="0">
                <a:effectLst/>
                <a:latin typeface="Helvetica" pitchFamily="2" charset="0"/>
              </a:rPr>
              <a:t>BERT-alike model (e.g. BERT, </a:t>
            </a:r>
            <a:r>
              <a:rPr lang="en-GB" sz="2000" dirty="0" err="1">
                <a:effectLst/>
                <a:latin typeface="Helvetica" pitchFamily="2" charset="0"/>
              </a:rPr>
              <a:t>RoBERTa</a:t>
            </a:r>
            <a:r>
              <a:rPr lang="en-GB" sz="2000" dirty="0">
                <a:effectLst/>
                <a:latin typeface="Helvetica" pitchFamily="2" charset="0"/>
              </a:rPr>
              <a:t>) on STS-b dataset (semantic similarity) </a:t>
            </a:r>
          </a:p>
        </p:txBody>
      </p:sp>
    </p:spTree>
    <p:extLst>
      <p:ext uri="{BB962C8B-B14F-4D97-AF65-F5344CB8AC3E}">
        <p14:creationId xmlns:p14="http://schemas.microsoft.com/office/powerpoint/2010/main" val="1241251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BE4938-60B5-676B-98C9-85F82E28A52A}"/>
              </a:ext>
            </a:extLst>
          </p:cNvPr>
          <p:cNvSpPr txBox="1"/>
          <p:nvPr/>
        </p:nvSpPr>
        <p:spPr>
          <a:xfrm>
            <a:off x="521208" y="974500"/>
            <a:ext cx="42130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effectLst/>
                <a:latin typeface="Helvetica" pitchFamily="2" charset="0"/>
              </a:rPr>
              <a:t>3. Create custom RAG mechanism </a:t>
            </a:r>
          </a:p>
        </p:txBody>
      </p:sp>
    </p:spTree>
    <p:extLst>
      <p:ext uri="{BB962C8B-B14F-4D97-AF65-F5344CB8AC3E}">
        <p14:creationId xmlns:p14="http://schemas.microsoft.com/office/powerpoint/2010/main" val="3960178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4068ED-6E14-0496-C054-CFF06F18C4F9}"/>
              </a:ext>
            </a:extLst>
          </p:cNvPr>
          <p:cNvSpPr txBox="1"/>
          <p:nvPr/>
        </p:nvSpPr>
        <p:spPr>
          <a:xfrm>
            <a:off x="521208" y="947450"/>
            <a:ext cx="94147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dirty="0"/>
              <a:t>4. </a:t>
            </a:r>
            <a:r>
              <a:rPr lang="en-GB" sz="2000" dirty="0">
                <a:effectLst/>
                <a:latin typeface="Helvetica" pitchFamily="2" charset="0"/>
              </a:rPr>
              <a:t>Collect via prompt engineering a list of answers on questions for deep learning </a:t>
            </a:r>
          </a:p>
          <a:p>
            <a:r>
              <a:rPr lang="en-GB" sz="2000" dirty="0">
                <a:effectLst/>
                <a:latin typeface="Helvetica" pitchFamily="2" charset="0"/>
              </a:rPr>
              <a:t>providing two answers one gentle and one toxic (Gordon Ramsay style)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93CC40-FFCF-C4BA-8FAF-B567E1FD9312}"/>
              </a:ext>
            </a:extLst>
          </p:cNvPr>
          <p:cNvSpPr txBox="1"/>
          <p:nvPr/>
        </p:nvSpPr>
        <p:spPr>
          <a:xfrm>
            <a:off x="521208" y="2302526"/>
            <a:ext cx="801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dirty="0"/>
              <a:t>DONE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333BCC-0665-0EDC-E528-23484F1BB05B}"/>
              </a:ext>
            </a:extLst>
          </p:cNvPr>
          <p:cNvSpPr txBox="1"/>
          <p:nvPr/>
        </p:nvSpPr>
        <p:spPr>
          <a:xfrm>
            <a:off x="521208" y="3059668"/>
            <a:ext cx="4693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Filename: mscaidl-0077_ramsay_dataset.csv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2962946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797F6-16DC-1A0C-2AC9-7459C93AC801}"/>
              </a:ext>
            </a:extLst>
          </p:cNvPr>
          <p:cNvSpPr txBox="1"/>
          <p:nvPr/>
        </p:nvSpPr>
        <p:spPr>
          <a:xfrm>
            <a:off x="521208" y="966045"/>
            <a:ext cx="72814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dirty="0"/>
              <a:t>5. </a:t>
            </a:r>
            <a:r>
              <a:rPr lang="en-GB" sz="2000" dirty="0">
                <a:effectLst/>
                <a:latin typeface="Helvetica" pitchFamily="2" charset="0"/>
              </a:rPr>
              <a:t>Tune an LLM using DPO to always act like Gordon Ramsay!</a:t>
            </a:r>
          </a:p>
        </p:txBody>
      </p:sp>
    </p:spTree>
    <p:extLst>
      <p:ext uri="{BB962C8B-B14F-4D97-AF65-F5344CB8AC3E}">
        <p14:creationId xmlns:p14="http://schemas.microsoft.com/office/powerpoint/2010/main" val="1167851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EA79FB38-D1A1-3371-BAAE-40F23CCED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4217" y="2652107"/>
            <a:ext cx="1553785" cy="155378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8BE34-BAEA-3750-2F00-C60ADE403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6221" y="1707701"/>
            <a:ext cx="1169779" cy="53289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 &amp; A</a:t>
            </a:r>
            <a:endParaRPr lang="el-GR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4331BF-C6FE-7A77-F0A5-1DBF573812F7}"/>
              </a:ext>
            </a:extLst>
          </p:cNvPr>
          <p:cNvSpPr txBox="1"/>
          <p:nvPr/>
        </p:nvSpPr>
        <p:spPr>
          <a:xfrm>
            <a:off x="4438650" y="1029199"/>
            <a:ext cx="2374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  <a:endParaRPr lang="el-GR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4AA722-7468-8563-65BE-6248FE0A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42705-6282-39A6-2FC8-DC4819E70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55764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4280</TotalTime>
  <Words>230</Words>
  <Application>Microsoft Macintosh PowerPoint</Application>
  <PresentationFormat>Widescreen</PresentationFormat>
  <Paragraphs>32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Bierstadt</vt:lpstr>
      <vt:lpstr>Calibri</vt:lpstr>
      <vt:lpstr>Consolas</vt:lpstr>
      <vt:lpstr>Helvetica</vt:lpstr>
      <vt:lpstr>GestaltVTI</vt:lpstr>
      <vt:lpstr> Brain Cancer MRI classification  Thodoris Charos mscaidl-0077    AIDL_A_02 - Neural Networks and Deep Learning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OTE-COSMOTE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CNN1  </dc:title>
  <dc:creator>Charos Thodoris</dc:creator>
  <cp:lastModifiedBy>charos.thodoris@gmail.com</cp:lastModifiedBy>
  <cp:revision>158</cp:revision>
  <dcterms:created xsi:type="dcterms:W3CDTF">2025-07-28T06:24:18Z</dcterms:created>
  <dcterms:modified xsi:type="dcterms:W3CDTF">2026-01-14T08:00:53Z</dcterms:modified>
</cp:coreProperties>
</file>