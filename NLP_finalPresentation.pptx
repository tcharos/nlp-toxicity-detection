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handoutMasterIdLst>
    <p:handoutMasterId r:id="rId6"/>
  </p:handoutMasterIdLst>
  <p:sldIdLst>
    <p:sldId id="266" r:id="rId2"/>
    <p:sldId id="267" r:id="rId3"/>
    <p:sldId id="276" r:id="rId4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F32047E5-66FF-4ED5-B921-DC1BEB7A9EB5}">
          <p14:sldIdLst>
            <p14:sldId id="266"/>
            <p14:sldId id="267"/>
            <p14:sldId id="2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13" autoAdjust="0"/>
    <p:restoredTop sz="94660" autoAdjust="0"/>
  </p:normalViewPr>
  <p:slideViewPr>
    <p:cSldViewPr snapToGrid="0">
      <p:cViewPr varScale="1">
        <p:scale>
          <a:sx n="116" d="100"/>
          <a:sy n="116" d="100"/>
        </p:scale>
        <p:origin x="440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4056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BC7C8E-6930-4EC6-0349-F4E1AD7318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94F36B-F8D4-20C2-0AA4-0A980DEEAE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F42606-CFC7-4350-BF7D-F79705CBB3DF}" type="datetimeFigureOut">
              <a:rPr lang="el-GR" smtClean="0"/>
              <a:t>13/1/26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241F7-77E7-FBF1-D3F6-31151152B8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E5B911-6782-34D2-79C2-1971B69248C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228F3-D31F-40E4-8BF6-6669F66BD45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0688140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7D7115-7C26-4374-AB2C-A3EA9DC26E87}" type="datetimeFigureOut">
              <a:rPr lang="el-GR" smtClean="0"/>
              <a:t>13/1/26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BA513B-9453-4206-8508-2E27295AE2E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311942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065021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30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306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5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24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487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547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56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41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7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75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MSc Artificial Intelligence &amp; Deep Learning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6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C46CC-3AA4-EEFD-DB8B-FE08BAA0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5440680"/>
          </a:xfrm>
        </p:spPr>
        <p:txBody>
          <a:bodyPr>
            <a:normAutofit/>
          </a:bodyPr>
          <a:lstStyle/>
          <a:p>
            <a:pPr algn="ctr"/>
            <a:b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Brain Cancer MRI classification</a:t>
            </a:r>
            <a:b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4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Thodoris Charos mscaidl-0077</a:t>
            </a: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4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AIDL_A_02 - </a:t>
            </a:r>
            <a:r>
              <a:rPr lang="en-US" sz="24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Networks and Deep Learning</a:t>
            </a:r>
            <a:br>
              <a:rPr lang="en-US" b="1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b="1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l-GR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1450AE-0E04-6DA8-5227-9D12689C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E9477-A47C-DB30-9ECE-BA448078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09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D88B0-AD60-B9BC-3BF3-E78D9083B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1" y="978407"/>
            <a:ext cx="4825654" cy="5698617"/>
          </a:xfrm>
        </p:spPr>
        <p:txBody>
          <a:bodyPr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1800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details </a:t>
            </a:r>
            <a:br>
              <a:rPr lang="en-US" sz="1800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comes from Kaggle and is free to use</a:t>
            </a: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https://www.kaggle.com/datasets/orvile/brain-cancer-mri-dataset</a:t>
            </a: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includes 6056 images, with size 512*512 pixels and it consists of 3 classes distributed as shown below:</a:t>
            </a: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brain_glioma 2004 (33,1%)</a:t>
            </a: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brain_menin 2004 (33,1%)</a:t>
            </a: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brain_tumor 2048 (33,8%)</a:t>
            </a: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it-I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it-IT" sz="18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owner</a:t>
            </a:r>
            <a:br>
              <a:rPr lang="it-IT" sz="18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it-IT" sz="18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Rahman, Md Mizanur (2024), “Brain Cancer - MRI dataset”, Mendeley Data, V1, doi: 10.17632/mk56jw9rns.1</a:t>
            </a:r>
            <a:endParaRPr lang="el-GR" sz="1800" b="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186" name="Picture 18">
            <a:extLst>
              <a:ext uri="{FF2B5EF4-FFF2-40B4-BE49-F238E27FC236}">
                <a16:creationId xmlns:a16="http://schemas.microsoft.com/office/drawing/2014/main" id="{21B0197E-23A6-9433-1A26-0DF234E31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62043" y="978407"/>
            <a:ext cx="5810329" cy="3471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184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EA79FB38-D1A1-3371-BAAE-40F23CCED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4217" y="2652107"/>
            <a:ext cx="1553785" cy="155378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8BE34-BAEA-3750-2F00-C60ADE403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6221" y="1707701"/>
            <a:ext cx="1169779" cy="53289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 &amp; A</a:t>
            </a:r>
            <a:endParaRPr lang="el-GR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4331BF-C6FE-7A77-F0A5-1DBF573812F7}"/>
              </a:ext>
            </a:extLst>
          </p:cNvPr>
          <p:cNvSpPr txBox="1"/>
          <p:nvPr/>
        </p:nvSpPr>
        <p:spPr>
          <a:xfrm>
            <a:off x="4438650" y="1029199"/>
            <a:ext cx="2374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  <a:endParaRPr lang="el-GR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4AA722-7468-8563-65BE-6248FE0A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42705-6282-39A6-2FC8-DC4819E70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55764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4250</TotalTime>
  <Words>166</Words>
  <Application>Microsoft Macintosh PowerPoint</Application>
  <PresentationFormat>Widescreen</PresentationFormat>
  <Paragraphs>10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Bierstadt</vt:lpstr>
      <vt:lpstr>Calibri</vt:lpstr>
      <vt:lpstr>GestaltVTI</vt:lpstr>
      <vt:lpstr> Brain Cancer MRI classification  Thodoris Charos mscaidl-0077    AIDL_A_02 - Neural Networks and Deep Learning   </vt:lpstr>
      <vt:lpstr>Dataset details   Dataset comes from Kaggle and is free to use https://www.kaggle.com/datasets/orvile/brain-cancer-mri-dataset  It includes 6056 images, with size 512*512 pixels and it consists of 3 classes distributed as shown below:  brain_glioma 2004 (33,1%) brain_menin 2004 (33,1%) brain_tumor 2048 (33,8%)        Dataset owner Rahman, Md Mizanur (2024), “Brain Cancer - MRI dataset”, Mendeley Data, V1, doi: 10.17632/mk56jw9rns.1</vt:lpstr>
      <vt:lpstr>PowerPoint Presentation</vt:lpstr>
    </vt:vector>
  </TitlesOfParts>
  <Company>OTE-COSMOTE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CNN1  </dc:title>
  <dc:creator>Charos Thodoris</dc:creator>
  <cp:lastModifiedBy>charos.thodoris@gmail.com</cp:lastModifiedBy>
  <cp:revision>156</cp:revision>
  <dcterms:created xsi:type="dcterms:W3CDTF">2025-07-28T06:24:18Z</dcterms:created>
  <dcterms:modified xsi:type="dcterms:W3CDTF">2026-01-13T20:35:30Z</dcterms:modified>
</cp:coreProperties>
</file>